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Полоса шаблона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Подпись шаблона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>
                <a:solidFill>
                  <a:srgbClr val="7F7F7F"/>
                </a:solidFill>
              </a:rPr>
              <a:t>Синтетический шаблон Autogenerator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Образец: продажи за {{Месяц}} {{Год}}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Выручка {{Выручка}} млн ₽, {{Прирост+}} к прошлому месяцу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utogenera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4E79"/>
      </a:accent1>
      <a:accent2>
        <a:srgbClr val="F28C28"/>
      </a:accent2>
      <a:accent3>
        <a:srgbClr val="2E8B57"/>
      </a:accent3>
      <a:accent4>
        <a:srgbClr val="7F7F7F"/>
      </a:accent4>
      <a:accent5>
        <a:srgbClr val="5B9BD5"/>
      </a:accent5>
      <a:accent6>
        <a:srgbClr val="C0000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Синтетический шаблон Autogenerator</dc:title>
  <dc:subject/>
  <dc:creator>Autogenerator</dc:creator>
  <cp:keywords/>
  <dc:description>generated using python-pptx</dc:description>
  <cp:lastModifiedBy>Steve Canny</cp:lastModifiedBy>
  <cp:revision>1</cp:revision>
  <dcterms:created xsi:type="dcterms:W3CDTF">2026-09-30T00:00:00Z</dcterms:created>
  <dcterms:modified xsi:type="dcterms:W3CDTF">2026-09-30T00:00:00Z</dcterms:modified>
  <cp:category/>
</cp:coreProperties>
</file>